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2A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04 — Timer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7  |  Intermediate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7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Timer কী এবং কীভাবে কাজ করে?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Timer Memory Area (T0 ~ T255)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Timer Resolution — 1ms, 10ms, 100ms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TON — Timer On-Delay (সবচেয়ে গুরুত্বপূর্ণ)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Timer Preset Value (PT) ও Accumulated Value (AT)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Timer Reset করার পদ্ধতি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Hands-on: 5 Second Delay Circuit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Timer Memory Area — T0 থেকে T255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Timer Range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Resolution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Max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T0 ~ T4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TONR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32.767 sec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T5 ~ T31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TON / TOF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32.767 sec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T32 ~ T36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TONR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327.67 sec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T37 ~ T63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TON / TOF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327.67 sec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T64 ~ T65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TONR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100 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3276.7 sec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T66 ~ T85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TON / TOF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100 ms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3276.7 sec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T96 ~ T100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TONR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 ms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32.767 sec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T101 ~ T255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TON / TOF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100 ms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3276.7 sec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TON — Timer On-Delay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কীভাবে কাজ করে: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Enable (IN) = 1 হলে Timer গণনা শুরু করে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Accumulated Value (AT) বাড়তে থাকে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AT &gt;= Preset Time (PT) হলে Timer Bit =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85292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7157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Enable = 0 হলে AT রিসেট হয়ে যায়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815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Parameters: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IN: Enable Input (BOOL)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PT: Preset Time — কত Resolution Unit এ গণবে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PT = 50, Resolution = 100ms → Delay = 5 Seconds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Example Program: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1: I0.0 → TON T37, +50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2: T37 (N.O.) → Q0.0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I0.0 ON করলে 5 সেকেন্ড পরে Q0.0 ON হবে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441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Timer Number টি দেখেই Resolution বোঝা যায়!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PT value সবসময় +ve Integer দিতে হবে। Maximum PT = +32767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TONR — Retentive Timer &amp; TOF — Off-Delay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TONR (Retentive On-Delay):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Enable = 0 হলেও AT রিসেট হয় না!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পরের বার Enable হলে আগের থেকে গণনা শুরু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Reset করতে হলে আলাদা Reset Input লাগে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85292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7157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ব্যবহার: Machine Running Time Counter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815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TOF (Off-Delay Timer):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Enable = 1 হলে Output সাথে সাথে ON হয়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Enable = 0 হলে Timer গণনা শুরু করে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AT &gt;= PT হলে Output OFF হয়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7000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628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ব্যবহার: Cooling Fan — Motor বন্ধের পর কিছুক্ষণ চলে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92861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BGN_ITIME ও CAL_ITIME: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Millisecond precision এর জন্য Interval Timer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BGN_ITIME: Start time ধরে রাখে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61813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60441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CAL_ITIME: Elapsed time হিসাব করে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TONR সেই Timer যেটা Power Cut এর পরেও মান মনে রাখে!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Automatic Light ON/OFF with Delay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Motion Sensor দেখলে Light জ্বলবে, 10 সেকেন্ড পরে নিভবে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I0.0 = Motion Sensor, Q0.0 = Light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I0.0 (N.O.) → S Q0.0, 1  (Light চালু)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I0.0 (N.O.) → TON T37, +100  (10s Timer)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T37 (N.O.) → R Q0.0, 1  (Light বন্ধ)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Download ও Test করুন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Timer এর AT Value Status Chart এ Monitor করুন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04 — Day 7: Timer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TON: Enable ON → delay পরে Output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TONR: Accumulated — Reset না হলে মান থাকে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TOF: Enable OFF → delay পরে Output 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T37 = 10ms resolution (সবচেয়ে ব্যবহৃত)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PT=50, T37 → 50×10ms = 500ms = 0.5 sec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8 (Module 05):
• Counter Instructions শুরু
• CTU Count Up Counter
• CTD ও CTUD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  |  Day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05 — Counter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8  |  Intermediate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8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Counter কী এবং কখন দরকার?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Counter Memory Area (C0 ~ C255)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CTU — Count Up Counter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CTD — Count Down Counter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CTUD — Count Up/Down Counter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Counter Reset করার পদ্ধতি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Hands-on: Bottle Counter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CTU — Count Up Counter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কীভাবে কাজ করে: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CU (Count Up) Input এর প্রতিটি Rising Edge এ CV বাড়ে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CV (Current Value) &gt;= PV (Preset Value) হলে Counter Bit =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 (Reset) = 1 হলে CV = 0 এবং Counter Bit =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Parameters: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CU: Count Up Pulse Input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R: Reset Input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PV: Preset Value (কত গণলে Output হবে)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970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Example: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CTU C0, +10 — ১০টি গুনলে C0 Bit =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1: I0.0 (N.O.) — CU, I0.1 — R, PV=+10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2: C0 (N.O.) → Q0.0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67842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Maximum Count: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1996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062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PV সর্বোচ্চ +32767 (16-bit signed integer)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Counter Bit এবং Counter Value আলাদা — C0 মানে Bit, C0 (WORD) মানে Value!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CTD ও CTUD Counter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CTD — Count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0136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CD (Count Down) Input এ pulse দিলে CV কমে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03704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LD (Load) = 1 হলে CV = PV দিয়ে শুরু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CV = 0 হলে Counter Bit =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08376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Example: PV=10, 10টি pulse → CV=0 → 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0712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ব্যবহার: Remaining Quantity দেখানো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304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Batch production এ কতটি বাকি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188720"/>
            <a:ext cx="5303520" cy="41148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CTUD — Count Up/Down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80136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196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CU = Count Up Input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203704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CD = Count Down Input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606040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 = Reset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008376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PV = Preset Value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410712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CV &gt;= PV → Counter Bit = 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1304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CV &lt;= -32768 → Underflow (সতর্কতা!)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Counter Instructions — Summary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কাজ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54896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616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 Condition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CTU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6624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Count 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CU (Rising Edge)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5472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R=1 → CV=0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4896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CV &gt;= PV → Bit=1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CTD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6624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Count Down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912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CD (Rising Edge)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5472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0336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LD=1 → CV=PV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54896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CV &lt;= 0 → Bit=1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CTUD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06624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1488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Count Up/Down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CU ও CD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5472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R=1 → CV=0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4896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CV &gt;= PV → Bit=1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HSC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06624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61488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High Speed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56048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0912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Hardware Input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05472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336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SM37/SM47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54896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0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HDEF দিয়ে Configure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Conveyor Belt Bottle Counter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১০০টি Bottle গণনার পর Conveyor বন্ধ করা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I0.0 = Proximity Sensor (Bottle detect করলে Pulse)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I0.1 = Reset Button, Q0.0 = Conveyor Motor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I0.0 → CU, I0.1 → R, PV=+100 (CTU C0)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C0 N.C. (Counter না পৌঁছালে) → Q0.0 (Motor 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C0 N.O. → Q0.1 (Alarm ON, 100 হয়েছে)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Status Chart এ C0 Current Value monitor করুন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Test: ১০০ বার I0.0 pulse দিন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05 — Day 8: Counter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CTU: Rising Edge এ গণে, CV&gt;=PV → Bit=1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CTD: গণে কমে, CV&lt;=0 → Bit=1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CTUD: দুদিকেই গণে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Counter Address: C0 ~ C255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Reset না করলে CV মান থেকে যায়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9:
• High Speed Counter (HSC)
• HDEF Configuration
• PLS Pulse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05  |  Day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0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05 — High Speed Counter &amp; Pulse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9  |  Intermediate Level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9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05  |  Day 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High Speed Counter (HSC) — কেন দরকার?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HDEF — High Speed Counter Definition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HSC Instruction — Execute করা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HSC Modes (0 ~ 11) পরিচয়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PLS — Pulse Output (Stepper Motor Control)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Encoder এর সাথে HSC ব্যবহার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Hands-on: Encoder Position Reading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05  |  Day 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High Speed Counter — কেন দরকার?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05  |  Day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সাধারণ Counter এর সমস্যা: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Scan Cycle প্রতি একটি Pulse গোনে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S7-200 Scan Time ≈ 1-5ms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Maximum Count Rate ≈ 200-1000 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7157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HSC এর সুবিধা: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Hardware Counter — CPU Independent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Count Rate: 30 kHz পর্যন্ত (CPU 224XP)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Encoder, High-speed Sensor এর সাথে ব্যবহার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1970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S7-200 HSC Channels: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HSC0: I0.0, I0.1, I0.2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HSC1: I0.6, I0.7, I1.0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HSC2: I1.1, I1.2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HSC3: I0.1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61813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60441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HSC4: I0.3, I0.4, I0.5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65471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64099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HSC5: I0.4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Encoder সাধারণত 500~5000 PPR — HSC ছাড়া গণনা সম্ভব নয়!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05  |  Day 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PLS — Pulse Output Instruction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05  |  Day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কী কাজে লাগে: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Stepper Motor ও Servo Drive কে Pulse দেওয়া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PWM (Pulse Width Modulation) Signal তৈরি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PLS Output Pins (CPU 224XP):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Q0.0 — PTO/PWM Channel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Q0.1 — PTO/PWM Channel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655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PTO Mode (Pulse Train Output):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9867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38496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নির্দিষ্ট সংখ্যক Pulse তৈরি করে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Frequency ও Pulse Count নির্ধারণ করা যায়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8114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PWM Mode: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510235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96519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Duty Cycle পরিবর্তন করা যায়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46811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33095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Speed Control, Dimmer এ ব্যবহার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69671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Special Memory: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621792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60807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SMB67 ~ SMB85 দিয়ে PLS Configure করতে হয়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PLS শুধুমাত্র Transistor Output CPU তে কাজ করে — Relay Output এ কাজ করে না!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05  |  Day 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05 — Day 9: HSC &amp; PLS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HSC: 30kHz পর্যন্ত pulse গুনতে পারে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HDEF দিয়ে HSC configure করতে হয়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HSC0~HSC5 পর্যন্ত 6টি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PLS: Stepper/Servo Motor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Q0.0, Q0.1 Transistor Output — PLS এর জন্য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10:
• Timer + Counter Combined Projects
• Module 04 &amp; 05 Review Quiz
• Practical Exam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05  |  Day 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04-05 — Timer &amp; Counter: Combined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10  |  Lab + Review Day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10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04-05  |  Day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Timer ও Counter একসাথে ব্যবহার — Extended Timer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Project: Flashing Light (Blink) Circuit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Project: Production Shift Counter with Timer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Module 04 &amp; 05 — সমস্ত Instructions Review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Common Mistakes ও Troubleshooting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Quiz Session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04-05  |  Day 10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Extended Timer — Timer + Counter দিয়ে দীর্ঘ সময় গণনা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04-05  |  Day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সমস্যা: TON সর্বোচ্চ 3276.7 sec (≈ 54 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এর বেশি সময় দরকার হলে কী করব?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8424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সমাধান: Timer + Counter Cascade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5054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23682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1: T37 দিয়ে 1 minute Timer তৈরি করুন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T37 PT = +600 (600 × 100ms = 60 sec)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2: T37 Bit দিয়ে CTU C0 গণে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C0 PV = +60 → 60 minutes = 1 Hour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Network 3: T37 Bit দিয়ে T37 নিজেই Reset করে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এভাবে ঘণ্টা, দিন পর্যন্ত গণনা সম্ভব!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Application: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Maintenance Reminder (প্রতি 500 ঘণ্টায়)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Shift Change Alarm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Timer + Counter Cascade — PLC Programming এর একটি classic technique!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04-05  |  Day 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Project: Flashing Light (Blink) Circuit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04-05  |  Day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একটি Light ০.৫ সেকেন্ড ON, ০.৫ সেকেন্ড OFF করে Flash করবে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M0.0 (N.C.) → TON T37, +5 (500ms ON timer)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T37 (N.O.) → TON T38, +5 (500ms OFF timer)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T38 (N.O.) → R M0.0, 1 এবং T37 Reset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বা সহজ পদ্ধতি: SM0.5 Special Memory Bit ব্যবহার করুন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SM0.5 = Built-in 1 second clock (0.5s ON / 0.5s OFF)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SM0.5 → Q0.0 (সরাসরি Blink!)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SM0.4 = 1 minute clock, SM0.3 = 0.1 sec clock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04-05  |  Day 10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Special Memory Clock Bits — SM0.x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04-05  |  Day 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SM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Period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ON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OFF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54896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616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ব্যবহার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SM0.4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6624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 minute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30 sec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5472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30 sec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4896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Slow Blink, Shift Timer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SM0.5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6624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 second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912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0.5 sec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5472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0336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0.5 sec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54896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Standard Blink Signal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SM0.3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06624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1488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0.1 sec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50 ms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5472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50 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4896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Fast Pulse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04-05  |  Day 10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04 &amp; 05 — Timer &amp; Counter: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TON, TONR, TOF — তিনটি Timer Type শেখা হয়েছে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CTU, CTD, CTUD — তিনটি Counter Type শেখা হয়েছে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HSC — High Speed Counter 30kHz পর্যন্ত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PLS — Pulse Output for Stepper Motor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Timer + Counter Cascade দিয়ে ঘণ্টা গণনা সম্ভব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11 (Module 06):
• Compare Instructions শুরু
• Byte, Integer, Real Compare
• Temperature Alarm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04-05  |  Day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