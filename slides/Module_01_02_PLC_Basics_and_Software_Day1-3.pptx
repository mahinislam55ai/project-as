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01 — PLC Basic Concept &amp;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1  |  Beginner Level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1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01  |  Day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What is a PLC? (প্রোগ্রামেবল লজিক কন্ট্রোলার পরিচয়)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PLC vs Relay Logic — পার্থক্য ও সুবিধা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Industry Applications — কোথায় কোথায় ব্যবহার হয়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PLC Hardware — CPU, Power Supply, I/O Modules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Siemens S7-200 Series পরিচিতি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Hands-on: S7-200 Hardware চেনা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01  |  Day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is a PLC?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01  |  Day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53312"/>
            <a:ext cx="109728" cy="10972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PLC = Programmable Logic Controller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73936"/>
            <a:ext cx="109728" cy="10972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5506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একটি শিল্প-গ্রেড কম্পিউটার যা মেশিন ও প্রক্রিয়া নিয়ন্ত্রণ করে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109728" cy="10972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756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Input → Process (CPU) → Output — এই তিন ধাপে কাজ করে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9631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PLC কেন দরকার?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017520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880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Relay Circuit এর চেয়ে অনেক বেশি নির্ভরযোগ্য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383280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2461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Program পরিবর্তন করলেই কাজ বদলানো যায়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749040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6118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Maintenance সহজ ও দ্রুত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114800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9776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একাধিক I/O একসাথে নিয়ন্ত্রণ সম্ভব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3434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প্রথম PLC কে তৈরি করেন?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48646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7274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1968 সালে Dick Morley (Modicon 084)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23036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0932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Siemens 1973 সালে প্রথম PLC বাজারে আনে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PLC মূলত Industrial Automation এর মেরুদণ্ড।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01  |  Day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PLC vs Relay Logic — পার্থক্য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01  |  Day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30352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Relay Logic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01368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916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Hardware Wiring দিয়ে তৈরি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03704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0939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পরিবর্তন করতে Rewiring দরকার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06040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4963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Physical contact — দ্রুত ক্ষয় হয়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08376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8986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Complex circuit = বড় Panel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10712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3009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Troubleshoot করা কঠিন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13048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033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Speed তুলনামূলক ধীর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15384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1056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Cost বেশি (বড় সিস্টেমে)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188720"/>
            <a:ext cx="5303520" cy="41148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2070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PLC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801368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16916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Software Program দিয়ে তৈরি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203704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20939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Program edit করলেই হয়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606040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24963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No physical contact — দীর্ঘস্থায়ী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008376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28986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হাজার I/O একটি ছোট বক্সে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410712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33009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Status Monitor করা যায় Real-time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813048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37033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Scan time: মাইক্রোসেকেন্ড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215384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41056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Cost কম (বড় সিস্টেমে)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01  |  Day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Industry Applications — PLC কোথায় ব্যবহার হয়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01  | 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Manufacturing Industry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Conveyor Belt Control, Robotic Assembly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CNC Machine, Injection Molding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500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Process Industry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8712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7340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Oil &amp; Gas Pipeline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Water Treatment Plant, Chemical Plant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4655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Power &amp; Energy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98678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8496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Power Plant Control, Solar Farm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35254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153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Generator Synchronization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8114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Building Automation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510235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96519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HVAC Control, Elevator, Fire Alarm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46811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3309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Parking System, Access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বাংলাদেশে Garments, Cement, Power Plant এ ব্যাপক ব্যবহার হচ্ছে।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01  |  Day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Siemens S7-200 Series — পরিচিতি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01  |  Day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53312"/>
            <a:ext cx="109728" cy="10972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Siemens SIMATIC S7-200 — Micro PLC পরিবার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5506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Available CPU Models: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7627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03911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CPU 221 — 6 DI / 4 DO (সবচেয়ে ছোট)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54203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4048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CPU 222 — 8 DI / 6 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90779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7706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CPU 224 — 14 DI / 10 DO (সবচেয়ে জনপ্রিয়)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27355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13639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CPU 224XP — 14 DI / 10 DO + 2 AI / 1 AO (আমাদের টার্গেট)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63931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5021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CPU 226 — 24 DI / 16 DO (সবচেয়ে বড়)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86791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CPU 224XP বিশেষত্ব: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389120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2519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Built-in 2 Analog Input, 1 Analog Output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4754880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6177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2টি RS-485 Communication 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120640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834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26KB Program Memory, 10KB Data Memory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5486400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3492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Real-Time Clock (RTC) সুবিধা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01  |  Day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S7-200 Hardware — মূল অংশসমূহ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01  | 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CPU Unit: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Microprocessor, Program Memory, Data Memory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Built-in I/O, Communication Port, RTC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500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Power Supply: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8712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7340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AC Input: 85-264 VAC  |  DC Input: 24 VDC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Sensor Power: 24 VDC / 280 mA সরবরাহ করে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4655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Digital Input (DI):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98678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8496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24 VDC Sinking বা Sourcing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35254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153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I0.0 থেকে I1.5 পর্যন্ত (CPU 224XP)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8114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Digital Output (DO):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510235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96519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Relay Output বা Transistor Output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46811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3309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Q0.0 থেকে Q1.1 পর্যন্ত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69671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Expansion Module: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6217920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60807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EM231 (AI), EM232 (AO), EM235 (AI+AO)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CPU 224XP REL 02.01 — আমাদের কোর্সে এই মডেল ব্যবহার করা হবে।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01  |  Day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01 — Day 1: PLC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PLC = Industrial Computer for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PLC, Relay Logic এর চেয়ে অনেক উন্নত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S7-200 CPU 224XP — আমাদের কোর্সের 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14 DI, 10 DO, 2 AI, 1 AO — Built-in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Program Memory: 26KB, Data Memory: 10KB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2:
• I/O Wiring (Sourcing &amp; Sinking)
• PLC Scan Cycle
• S7-200 Memory Organization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01  |  Day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01 — I/O Wiring, Scan Cycle &amp;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2  |  Beginner Level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2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01  |  Day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Digital Input Wiring — Sourcing vs Sinking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Digital Output Wiring — Relay vs Transistor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PLC Scan Cycle — Input → Process →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S7-200 Memory Organization (I, Q, M, V, T, 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Analog I/O পরিচিতি (AI, AQ)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Hands-on: Wiring Diagram তৈরি করা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01  |  Day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Input Wiring — Sourcing vs Sinking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01  |  Day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30352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Sinking Input (NPN)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01368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916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Current flows INTO the input terminal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03704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0939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Sensor Common → +24V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06040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4963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Signal wire → Input terminal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08376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8986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NPN Proximity Sensor এর সাথে ব্যবহার হয়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10712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3009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বাংলাদেশে সবচেয়ে বেশি প্রচলিত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13048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033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Input terminal LOW হলে Active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188720"/>
            <a:ext cx="5303520" cy="411480"/>
          </a:xfrm>
          <a:prstGeom prst="rect">
            <a:avLst/>
          </a:prstGeom>
          <a:solidFill>
            <a:srgbClr val="F07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2070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Sourcing Input (PNP)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801368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16916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Current flows OUT of the input terminal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203704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20939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Sensor Common → 0V (GND)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606040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24963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Signal wire → Input terminal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008376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28986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PNP Proximity Sensor এর সাথে ব্যবহার হয়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410712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33009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European system এ প্রচলিত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813048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37033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Input terminal HIGH হলে Active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01  |  Day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PLC Scan Cycle — কীভাবে কাজ করে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01  |  Day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53312"/>
            <a:ext cx="109728" cy="10972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PLC প্রতিটি Cycle এ ৪টি কাজ করে: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5506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Step 1 — Read Inputs: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7627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03911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সমস্ত Input এর অবস্থা I-Memory তে লেখা হয়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54203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4048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এটাকে Input Image Register বলে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706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Step 2 — Execute Program: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91840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1546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Program এর প্রতিটি Network ক্রমানুসারে Execute হয়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57600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5204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I-Memory পড়ে, Q-Memory তে লেখে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862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Step 3 — Process Communications: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407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70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HMI, SCADA, অন্য PLC এর সাথে Data আদানপ্রদান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6360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Step 4 — Write Outputs: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51572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0200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Q-Memory থেকে Physical Output এ Signal পাঠানো হয়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04688"/>
            <a:ext cx="109728" cy="10972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858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Scan Time: সাধারণত 1ms ~ 10ms (Program size এর উপর নির্ভরশীল)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Scan Cycle বোঝা ছাড়া Timer ও Counter সঠিকভাবে বোঝা যায় না!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01  |  Day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S7-200 Memory Organization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01  |  Day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Memory Area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898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470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Identifier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Data 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254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826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ব্যবহার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Digital Input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898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384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BOOL/BYTE/WORD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254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740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Physical Input এর অবস্থা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Digital Output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898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384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BOOL/BYTE/WORD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254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740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Physical Output নিয়ন্ত্রণ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Bit Memory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898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2384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BOOL/BYTE/WORD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9254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4740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Internal Flag / Marker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Variable Memory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898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2384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V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BYTE to DWORD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9254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740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Data Storage (10KB)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Timer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6898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2384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562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WORD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9254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4740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Timer Value &amp; Status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Counter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6898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2384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3562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WORD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9254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4740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Counter Value &amp; Status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206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Analog Input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6898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2384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3562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WORD (0-32000)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9254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4740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Analog Sensor Reading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206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Analog Output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6898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2384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AQ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8076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3562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WORD (0-32000)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9254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4740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Analog Signal Output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206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Special Memory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6898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2384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8076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3562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BOOL/BYTE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89254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4740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System Status &amp; Control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1206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High Speed Counter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6898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32384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HC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08076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3562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DWORD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89254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4740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High Speed Pulse Count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01  |  Day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01 — Day 2: Wiring &amp;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Sinking (NPN) বেশি ব্যবহৃত বাংলাদেশে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Scan Cycle: Read Input → Execute → Write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Scan Time সাধারণত 1-10ms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I=Input, Q=Output, M=Marker, V=Variable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T=Timer, C=Counter, AI/AQ=Analog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3 (Module 02):
• STEP 7-Micro/WIN Installation
• Software Interface
• First Program তৈরি করা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01  |  Day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02 — STEP 7-Micro/WIN Software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3  |  Beginner Level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3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02  |  Day 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STEP 7-Micro/WIN Installation &amp; Setup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Software Interface পরিচয় (Project Tree, Editor)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Program Block, Symbol Table, Data Block পরিচয়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Communications Setup — PC থেকে PLC সংযোগ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প্রথম Program লেখা ও Download করা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Program Run, Stop ও Monitor করা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02  |  Day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STEP 7-Micro/WIN — Software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02  |  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Main Window Components: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Menu Bar: File, Edit, View, PLC, Debug,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Toolbar: Compile, Download, Upload, Run, Stop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48716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3500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Project Tree (বামে): Program Blocks, Symbol Table ইত্যাদি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85292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7157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LAD Editor (মাঝে): Ladder Diagram লেখার জায়গা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21868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08152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Instruction Tree (ডানে): সব Instructions এর তালিকা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472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Project Tree এর অংশ: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9684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313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Program Block — MAIN, SBR, 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33425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1970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Symbol Table — Variable এর নাম দেওয়া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47000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5628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Status Chart — Real-time monitoring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0657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Data Block — Initial values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54315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943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System Block — CPU Configuration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57972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6601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Cross Reference — কোন Variable কোথায় আছে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View মেনু থেকে LAD, FBD বা STL editor select করা যায়।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02  |  Day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PC থেকে PLC সংযোগ —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02  |  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Hardware দরকার: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PC/PPI Cable (RS-232 to RS-485) অথবা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USB/PPI Adapter (আধুনিক PC তে)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500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Software Setup: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8712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7340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Tools → Set PG/PC Interface এ যান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PC/PPI cable (PPI) সিলেক্ট করুন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Properties: Baud Rate = 9600, Station =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313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PLC Address: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35254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153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Default PLC address =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71830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5811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System Block এ পরিবর্তন করা যায়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94690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Connection Test: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46811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3309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Communications → Double Click on PLC icon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583387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69671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PLC found হলে Green check দেখাবে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619963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60624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CPU Type ও Version দেখাবে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USB/PPI Adapter ব্যবহারে Windows 10/11 এ driver manually install করতে হতে পারে।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02  |  Day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Practical: প্রথম PLC Program — Single Output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02  |  Day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Push Button চাপলে একটি Light জ্বলবে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STEP 7-Micro/WIN খুলুন → New Project তৈরি করুন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MAIN Block এ ক্লিক করুন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1 এ Normally Open Contact রাখুন (I0.0)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Output Coil যোগ করুন (Q0.0)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F7 চাপুন বা Menu থেকে Compile করুন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PLC এর সাথে Cable সংযোগ করুন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09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Download করুন (PLC → RUN Mode এ দিন)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663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5166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166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I0.0 তে 24V দিন — Q0.0 ON হওয়া দেখুন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02  |  Day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02 — Day 3: Software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STEP 7-Micro/WIN V4.0 SP9 ব্যবহার করব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LAD Editor এ Ladder Diagram লেখা হয়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PC/PPI বা USB/PPI Cable দিয়ে সংযোগ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Compile → Download → RUN — তিনটি ধাপ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প্রথম Program সফলভাবে Run করা হয়েছে!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4 (Module 03):
• Bit Logic Instructions শুরু
• Contacts ও Coils বিস্তারিত
• Series ও Parallel Circuit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02  |  Day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