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2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13 — String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22  |  Advanced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22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13  |  Day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String কী? S7-200 তে String Memory Format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SLEN — String Length বের করা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SCPY — String Copy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SCAT — String Concatenate (জোড়া লাগানো)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SSCPY — Substring Copy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SFND ও CFND — String ও Character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Practical: HMI Message Builder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13  |  Day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String — S7-200 তে কীভাবে Store হয়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13  |  Day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String Structure: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Byte 0: String Length (Character সংখ্যা)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Byte 1~N: প্রতিটি ASCII 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Maximum Length: 254 Characters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Example: 'HELLO' 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VB100 = 5 (length)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VB101 = 72 (H)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VB102 = 69 (E)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VB103 = 76 (L)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7000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5628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VB104 = 76 (L)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0657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VB105 = 79 (O)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943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String Constants: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Program এ: 'Hello PLC' লিখলে Auto-convert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441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কেন String লাগে: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656539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6428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HMI Display, Serial Printer, SCADA Message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693115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67939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Barcode Reader থেকে Data Processing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String Address সবসময় VB (Variable Byte) তে রাখতে হবে।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13  |  Day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String Instructions — Complete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13  |  Day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কাজ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Parameters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ব্যবহার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SLEN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String Length বের করা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IN=String, OUT=Byte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কত character আছে জানতে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SCPY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String Copy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IN=String, OUT=String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এক জায়গা থেকে অন্যত্র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SCAT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String Concatenate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IN=String, OUT=String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দুটো String জোড়া লাগানো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SSCPY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Substring Copy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IN, INDX, N, OUT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String এর অংশ কপি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SFND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String Find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IN1, IN2, OUT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String এর মধ্যে খোঁজা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CFND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Character Find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IN1, IN2, OUT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Character খোঁজা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13  |  Day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Alarm Message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13  |  Day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Sensor Status থেকে Dynamic Alarm Message তৈরি করা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VB100 = Base Message: 'ALARM: 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VB200 = Alarm Type: 'HIGH TEMP' বা 'LOW PRESS'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VB300 = Final Message (Combined)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SCPY VB100, VB300  (Base copy করুন)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2: High Temp → SCAT 'HIGH TEMP', VB300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3: Low Pressure → SCAT 'LOW PRESS', VB300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4: XMT VB300 → Serial Port (HMI/Printer)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13  |  Day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13 — Day 22: String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String = Length Byte + ASCII Characters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SCPY: পুরো String copy করে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SCAT: দুটো String জোড়া লাগায়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SSCPY: String এর একটা অংশ বের করে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SFND/CFND: String এর মধ্যে খোঁজে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23 (Module 14):
• Table Instructions
• ATT, FIFO, LIFO
• Data Logging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13  |  Day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14 — Table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23  |  Advanced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23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14  |  Day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Table (TBL) কী এবং Memory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ATT — Add to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LIFO — Last In First Out (Stack)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FIFO — First In First Out (Queue)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FND= / FND&lt;&gt; / FND&lt; / FND&gt; — Table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FILL — Fill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Practical: Measurement Data Logger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14  |  Day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Table Structure — কীভাবে কাজ করে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14  |  Day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Table Memory Layout: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Word 0 (TL): Table Length — সর্বোচ্চ কতটি Entry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Word 1 (EC): Entry Count — এখন কতটি Entry আছে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Word 2~N: Actual Data Entries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Example: TBL শুরু VW100 এ, Length=5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VW100 = 5 (Maximum 5 entries)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VW102 = 3 (Currently 3 entries filled)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VW104 = Data Entry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VW106 = Data Entry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7000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5628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VW108 = Data Entry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286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Error Flags: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SM1.4 = Table Full (ATT করতে গেলে)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SM1.5 = Table Empty (FIFO/LIFO করতে গেলে)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441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Data Type: শুধুমাত্র WORD (16-bit)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Table ব্যবহার করলে Array এর মতো Structured Data সহজে manage করা যায়!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14  |  Day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Table Instructions — Complete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14  |  Day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কাজ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Parameters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Error Flag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ATT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Table এ Data যোগ করা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DATA, TBL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SM1.4=1 if Full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LIFO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শেষ entry বের করা (Stack)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TBL,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SM1.5=1 if Empty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FIFO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প্রথম entry বের করা (Queue)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TBL,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SM1.5=1 if Empty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FND=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Equal value খোঁজা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TBL, PTN, INDX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INDX=EC if not found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FND&lt;&gt;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Not equal value খোঁজা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TBL, PTN, INDX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INDX=EC if not found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FND&lt;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Less than value খোঁজা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TBL, PTN, INDX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INDX=EC if not found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FND&gt;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Greater than value খোঁজা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TBL, PTN, INDX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INDX=EC if not found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FILL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6898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2384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Memory Block এ Value ভরা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IN, OUT, 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9254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740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 bytes fill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14  |  Day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Temperature Data Logger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14  |  Day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প্রতি মিনিটে Temperature রেকর্ড করে Table এ জমা রাখা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VW100 = Table শুরু (TL=60, max 60 entries = 1 hour)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FILL +0, VW100, 62 → Initialize করুন (startup এ)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MOV_W +60, VW100 (TL = 60 set করুন)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1-minute Timer → ATT AIW0, VW100 (Temp record)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Table Full (SM1.4) → FIFO VW100, VW500 (পুরোনোটা বের করুন)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FND&gt; VW100, +28800, VW600 → Overheat কখন হয়েছিল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LIFO দিয়ে সবচেয়ে সাম্প্রতিক Reading বের করুন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14  |  Day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14 — Day 23: Table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Table = TL (max) + EC (current) + Data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ATT: Table এ নতুন entry যোগ করে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FIFO: Queue — আগে যেটা ঢুকেছে আগে বের হয়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LIFO: Stack — শেষে যেটা ঢুকেছে প্রথমে বের হয়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FND: Table এ নির্দিষ্ট মান খোঁজে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24 (Module 15):
• Program Control Instructions
• JMP, FOR-NEXT, CALL
• Sequential Process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14  |  Day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15 — Program Control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24  |  Advanced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24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15  |  Day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Program Control কেন দরকার?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END ও STOP — Program শেষ করা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WDR — Watchdog Reset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JMP ও LBL — Conditional Jump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CALL ও RET — Subroutine 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FOR ও NEXT — Loop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DLED — Diagnostic LED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15  |  Day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JMP, FOR-NEXT, CALL — Program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15  |  Day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JMP (Jump to Label):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Condition সত্য হলে Program একটি Label এ লাফ দেয়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JMP n → LBL n (n = 0~255)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সতর্কতা: JMP দিয়ে Timer/Counter এর মাঝে লাফ দেবেন না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FOR-NEXT Loop: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FOR INDX, INIT, FINAL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NEXT পর্যন্ত Instruction গুলো INDX বারের মতো চলে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INIT থেকে FINAL পর্যন্ত INDX বাড়ে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Example: FOR VW0, +1, +10 → 10 বার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628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CALL (Call Subroutine):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SBR_0, SBR_1... Subroutine Block এ Jump করে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Subroutine শেষে RET দিয়ে ফিরে আসে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Parameter pass করা যায় (Local Variable দিয়ে)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441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WDR (Watchdog Reset):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656539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6428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Watchdog Timer Reset করে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693115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67939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Loop এ বেশি সময় থাকলে WDR দরকার (&gt;500ms)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FOR-NEXT Loop এ বেশি iteration থাকলে Scan Time বাড়ে — সতর্ক থাকুন!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15  |  Day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Program Control Instructions —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15  |  Day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কাজ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Operand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Program এর শেষ (Conditional)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Rung এ Power থাকলে Scan 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CPU কে Stop Mode এ নেয়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Emergency use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WDR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Watchdog Timer Reset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Long loop এ ব্যবহার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JMP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Label এ Jump করে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 (0~255)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Condition সত্য হলে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LBL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Jump এর Destination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 (0~255)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JMP এর Target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CALL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Subroutine Call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SBR_n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Modular programming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Subroutine থেকে Return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Conditional/Unconditional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CRET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6898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2384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Conditional Return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9254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740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শর্ত সাপেক্ষে Return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FOR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6898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2384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Loop শুরু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076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562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INDX,INIT,FIN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9254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4740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INDX = Loop counter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06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6898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2384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Loop শেষ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8076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3562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None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89254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4740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FOR এর সাথে pair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206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DLED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6898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32384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Diagnostic LED চালু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8076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89254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4740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SF/DIAG LED control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15  |  Day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Multi-Step Sequential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15  |  Day 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৫টি ধাপে একটি Manufacturing Process চালানো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MB10 = Step Counter (0~5)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0: Start Button → S MB10.0 (Initialize)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Network: ==B MB10, +1 → Mixer ON (Q0.0), Timer T37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Network: ==B MB10, +2 → Heater ON (Q0.1), Timer T38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Network: ==B MB10, +3 → Pump ON (Q0.2), Timer T39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Network: ==B MB10, +4 → Cooler ON (Q0.3), Timer T40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Network: ==B MB10, +5 → Done Alarm (Q0.4), Reset Step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Each Timer Done → INC_B MB10 (পরের Step এ যায়)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15  |  Day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15 — Day 24: Program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JMP/LBL: Conditional program jump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FOR/NEXT: Fixed count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CALL/RET: Subroutine — Modular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WDR: Long execution এ Watchdog reset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Step Sequencer: INC_B + Compare = Elegant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25:
• Module 13-15 Combined Review
• Advanced Sequencer Project
• Quiz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15  |  Day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13-15 — String, Table, Control: Review &amp;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25  |  Review + Lab Day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25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13-15  |  Day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Module 13 String Instructions — Quick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Module 14 Table Instructions — Quick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Module 15 Program Control — Quick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Project: Smart Alarm Logger with Message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Common Mistakes ও Best Practices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Quiz — Advanced Level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13-15  |  Day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Module 13-15 — Combined Summary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13-15  |  Day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Key Instructions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Real-world 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13 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SCPY, SCAT, SSCPY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HMI message building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13 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SFND, CFND, SLEN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Barcode parsing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13 String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ITA/RTA → SCAT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014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Value to message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14 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110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ATT + FIFO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Production Queue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14 Table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110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ATT + LIFO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014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Last event recall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14 Table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6110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FND= / FND&gt;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1014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Data search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14 Table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6110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FILL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1014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Initialize memory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15 Control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6110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FOR-NEXT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1014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Batch processing loop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93776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" y="49743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15 Control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493776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61104" y="49743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CALL / SBR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5280" y="493776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10144" y="49743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Reusable code blocks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34924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" y="53858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15 Control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534924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61104" y="53858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JMP / LBL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80" y="534924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10144" y="53858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Skip disabled sections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7607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2064" y="57972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15 Control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6240" y="57607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61104" y="57972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Step + INC_B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55280" y="57607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10144" y="57972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Sequential machine control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13-15  |  Day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13-15 — Advanced Instructions: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String: HMI Message তৈরি ও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Table: FIFO Queue ও LIFO Stack Data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JMP: Conditional skip in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FOR/NEXT: Counted loop for batch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Step Sequencer: সবচেয়ে clean sequential control 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26 (Module 16):
• Interrupt Instructions
• ATCH, DTCH, ENI, DISI
• Emergency Stop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13-15  |  Day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