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06 — Compare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11  |  Intermediate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11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Compare Instruction কী এবং কেন দরকার?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Byte Compare (==B, &lt;&gt;B, &gt;=B, &lt;=B, &gt;B, &lt;B)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Integer Compare (==I, &lt;&gt;I, &gt;=I, &lt;=I, &gt;I, &lt;I)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Double Integer Compare (==DI ~ &lt;DI)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Real / Float Compare (==R ~ &lt;R)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String Compare (==S, &lt;&gt;S)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Temperature Range Alarm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Compare Instruction — কীভাবে কাজ করে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Compare Instruction Contact এর মতো কাজ করে: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দুটি মান তুলনা করে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তুলনা সত্য হলে Current Pass করে (Contact Closed)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তুলনা মিথ্যা হলে Current Block করে (Contact Open)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Ladder এ Position: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সাধারণ Contact এর মতো Series বা Parallel এ রাখা যায়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Rung এ শুরু বা মাঝে রাখা যায়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Data Types: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 = Byte (0 ~ 255)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 = Integer (-32768 ~ +32767)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DI = Double Integer (-2,147,483,648 ~ +2,147,483,647)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 = Real / Float (Decimal number)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 = String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Operands: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Constant, V Memory, I, Q, M, T, C, AC,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Compare Instruction ব্যবহার করে Analog Sensor এর মান Check করা যায়।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Compare Instructions — সমস্ত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874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234440"/>
            <a:ext cx="1874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2801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মানে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1874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2801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Byte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34440"/>
            <a:ext cx="1874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234440"/>
            <a:ext cx="1874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2801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D.Integer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234440"/>
            <a:ext cx="1874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2801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4592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16824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64592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6584" y="16824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Equal (সমান)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64592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16824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64592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16824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164592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16824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164592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4" y="16824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0574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09397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0574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6584" y="209397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Not Equal (সমান নয়)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20574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1104" y="209397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&lt;&gt;B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0574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209397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&lt;&gt;I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20574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10144" y="209397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&lt;&gt;DI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205740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4664" y="209397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&lt;&gt;R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46888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250545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&gt;=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246888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6584" y="250545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Greater or Equal (বড় বা সমান)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246888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1104" y="250545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&gt;=B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246888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250545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&gt;=I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80" y="246888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0144" y="250545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&gt;=DI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29800" y="246888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84664" y="250545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&gt;=R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288036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291693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&lt;=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31720" y="288036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291693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Less or Equal (ছোট বা সমান)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88036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61104" y="291693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&lt;=B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288036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5624" y="291693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&lt;=I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55280" y="288036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10144" y="291693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&lt;=DI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29800" y="288036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84664" y="291693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&lt;=R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29184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332841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31720" y="329184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86584" y="332841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Greater Than (বড়)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0" y="329184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61104" y="332841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0760" y="329184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5624" y="332841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55280" y="329184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10144" y="332841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&gt;DI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29800" y="3291840"/>
            <a:ext cx="18745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84664" y="332841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&gt;R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70332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37398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31720" y="370332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386584" y="37398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Less Than (ছোট)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06240" y="370332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61104" y="37398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0760" y="370332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5624" y="37398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55280" y="370332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10144" y="37398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&lt;DI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29800" y="3703320"/>
            <a:ext cx="1874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84664" y="3739896"/>
            <a:ext cx="1783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&lt;R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Compare — Analog Temperature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Scenario: Temperature 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Temperature Sensor → AI0 (Analog Input 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AI0 Range: 0 ~ 32000 (0°C ~ 100°C)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80°C = AI0 Value ≈ 25600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Program Logic: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1: ==I AIW0, +25600 → Q0.0 (Normal LED)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2: &gt;I  AIW0, +28800 → Q0.1 (High Temp Alarm)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3: &lt;I  AIW0, +6400  → Q0.2 (Low Temp Alarm)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4: &gt;=I AIW0, +28800 → R Q0.3, 1 (Heater OFF)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000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5: &lt;=I AIW0, +6400  → S Q0.3, 1 (Heater 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286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Real Value Compare: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ROUND বা DI_R দিয়ে Real Value এ Convert করে Compare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AI0 Raw Value কে Engineering Unit (°C) এ convert করতে Math Instruction লাগবে!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Temperature Range Alarm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Temperature Low/Normal/High তিনটি Zone এ LED জ্বালানো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AIW0 = Temperature Sensor 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Q0.0 = Green LED (Normal: 20°C~80°C)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Q0.1 = Yellow LED (High: 80°C~90°C)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Q0.2 = Red LED + Alarm (Critical: &gt;90°C)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&gt;=I AIW0,+6400 AND &lt;=I AIW0,+25600 → Q0.0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&gt;I AIW0,+25600 AND &lt;=I AIW0,+28800 → Q0.1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&gt;I AIW0,+28800 → Q0.2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Status Chart এ AIW0 monitor করুন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06 — Day 11: Compare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6 ধরনের Compare: ==, &lt;&gt;, &gt;=, &lt;=, &gt;, 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4 Data Type: Byte, Integer, Double Int,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Contact এর মতো Series/Parallel এ ব্যবহার করা যায়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Analog Sensor Value Check এ সবচেয়ে বেশি ব্যবহার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String Compare: ==S ও &lt;&gt;S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12 (Module 07):
• Move Instructions শুরু
• MOV_B, MOV_W, MOV_DW
• BLKMOV এবং SWAP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  |  Day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07 — Move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12  |  Intermediate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12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Move Instruction কী এবং কেন দরকার?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MOV_B — Move Byte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MOV_W — Move Word (16-bit)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MOV_DW — Move Double Word (32-bit)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MOV_R — Move Real (Float)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BLKMOV_B / W / D — Block Move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SWAP, MOV_BIR, MOV_BIW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Move Instructions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কাজ: এক Memory Address থেকে অন্যটিতে Data কপি করা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Source (IN) → Destination (OUT)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Source এর মান পরিবর্তন হয় না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Data Sizes: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BYTE (B) = 8 bits = 0 ~ 255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WORD (W) = 16 bits = -32768 ~ +32767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DWORD (DW) = 32 bits = ±2 billion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REAL (R) = 32 bits = Floating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970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Usage Examples: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Recipe loading: Constant → VW100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Data copy: VW100 → VW200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Output control: Set QB0 = 2#11001100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784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Enable Input: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 = 1 হলে Instruction Execute হয়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 = 0 হলে কিছু করে না (ENO = 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MOV Instruction দিয়ে একসাথে 8টি Output Bit একটি Byte হিসেবে নিয়ন্ত্রণ করা যায়!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Move Instructions — সম্পূর্ণ তালিকা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 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ব্যবহার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 (8-bit)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0~255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 copy, Output byte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 (16-bit)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-32768~+32767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Integer copy, Timer/Counter PV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MOV_DW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DWord (32-bit)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±2,147,483,647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Double integer, HC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 (32-bit)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IEEE 754 Float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Analog scaling, PID setpoint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BLKMOV_B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Bytes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= 1~255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Array copy, Table initialize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BLKMOV_W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Words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= 1~255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Recipe block copy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BLKMOV_D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DWords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 = 1~255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Large data copy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SWAP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VW, IW, QW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High/Low byte swap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MOV_BIR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Input address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Immediate byte read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MOV_BIW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898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2384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Output address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9254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4740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Immediate byte write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BLKMOV — Block Move (Array Copy)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কাজ: একাধিক Memory Cell একসাথে Copy করা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84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Parameters: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396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0025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IN: Source শুরুর Address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5054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68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OUT: Destination শুরুর Address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N: কতটি Cell Copy হবে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998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 — Recipe Loading: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6210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4838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Recipe 1 Data: VB100 ~ VB109 (10 bytes)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867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49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Active Recipe: VB200 ~ VB209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BLKMOV_B VB100, VB200,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 Instruction এ ১০টি Byte Copy হয়!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469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SWAP — Byte Swap: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4681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একটি Word এর High Byte ও Low Byte উল্টায়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338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96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Modbus, Serial Communication এ প্রয়োজন হয়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Example: VW100 = 0x1234 → SWAP → VW100 = 0x3412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BLKMOV দিয়ে Recipe System তৈরি করা S7-200 এর popular technique!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07 — Day 12: Move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MOV_B/W/DW/R — এক Address থেকে অন্যটিতে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Source পরিবর্তন হয় না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BLKMOV দিয়ে Array/Recipe copy করা যায়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SWAP — Word এর High/Low Byte উল্টায়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MOV_BIR/BIW — Scan wait না করে Immediate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13:
• Compare + Move Combined Project
• Module 06 &amp; 07 Review
• Data Management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07  |  Day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06-07 — Compare &amp; Move: Combined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13  |  Lab Day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13 — Practical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06-07  |  Day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Project: Multi-Recipe Selector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Compare দিয়ে Recipe Number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BLKMOV দিয়ে Recipe Data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Module 06 &amp; 07 সমস্ত Instructions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Common Programming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Quiz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06-07  |  Day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Project: Recipe Selector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06-07  |  Day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3টি Recipe থেকে Selector Switch দিয়ে একটি বেছে Load করা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IB0 = Recipe Selector (0=Recipe1, 1=Recipe2, 2=Recipe3)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VB100~109 = Recipe 1 Data (Speed, Temp, Time ইত্যাদি)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VB110~119 = Recipe 2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VB120~129 = Recipe 3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VB200~209 = Active Recipe (Machine এ ব্যবহৃত)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==B IB0, 0 → BLKMOV_B VB100, VB200,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==B IB0, 1 → BLKMOV_B VB110, VB200,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==B IB0, 2 → BLKMOV_B VB120, VB200,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235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5623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Symbol Table এ Recipe Variables এর নাম দিন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06-07  |  Day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Module 06 &amp; 07 — Combined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06-07  |  Day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Use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06 — Compare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==B, &lt;B, &gt;B, ==I, &lt;I, &gt;I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Sensor range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06 — Compare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==DI, ==R (Float)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Precision measurement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06 — Compare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==S, &lt;&gt;S (String)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Barcode match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07 — Move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MOV_B, MOV_W, MOV_DW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Data register copy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07 — Move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110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MOV_R (Float)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PID setpoint load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07 — Move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110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BLKMOV_B/W/D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Recipe/Array copy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07 — Move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SWAP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1014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Communication byte order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07 — Move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6110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MOV_BIR, MOV_BIW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014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Immediate I/O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06-07  |  Day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06 &amp; 07 — Compare &amp; Move: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Compare = Data এর মান check করে contact চালু করে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6টি Operator: ==, &lt;&gt;, &gt;=, &lt;=, &gt;, 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Move = Source থেকে Destination এ data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BLKMOV = একসাথে অনেক cell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Recipe System = BLKMOV এর সেরা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14 (Module 08):
• Integer Math শুরু
• ADD, SUB, MUL, DIV
• INC ও DEC Instructions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06-07  |  Day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