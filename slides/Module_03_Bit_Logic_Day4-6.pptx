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03 — Bit Logic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4  |  Beginner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4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03  |  Day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Bit Logic কী? — Ladder এর ভিত্তি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Normally Open Contact —| |— (LD, A, 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Normally Closed Contact —|/|— (LDN, AN, 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Output Coil —( )— এবং কীভাবে কাজ করে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Series Circuit (AND Logic)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Parallel Circuit (OR Logic)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Hands-on Lab: Motor Control Circuit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Bit Logic — Ladder এর ভিত্তি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03  |  Day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53312"/>
            <a:ext cx="109728" cy="10972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Ladder Diagram = Electric Circuit এর মতো দেখতে প্রোগ্রাম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5506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দুটি Vertical Rail: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7627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0391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Left Rail = Power Rail (Live)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54203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4048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Right Rail = Neutral 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706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Network / Rung: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9184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1546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প্রতিটি Horizontal Line = একটি Network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5760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5204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Contact (Switch) + Coil (Load) দিয়ে তৈরি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862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Bit Logic মানে: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407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70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প্রতিটি Bit এর মান হয় 0 (OFF) নয়তো 1 (ON)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73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636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Contact গুলো Bit পড়ে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13892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0017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Coil গুলো Bit লেখে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675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Addressing: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888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751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I0.0 = Input Byte 0, Bit 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6254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6117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Q0.1 = Output Byte 0, Bit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66202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64830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M5.3 = Memory Byte 5, Bit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Ladder Diagram মূলত একজন Electrician এর জন্য পড়া সহজ করে তৈরি করা হয়েছিল।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Normally Open &amp; Normally Closed Contact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03  |  Day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470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Symbol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254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26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কাজ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Normally Open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384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—| |—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LD / A / 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740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Bit=1 হলে Current প্রবাহিত হয়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Normally Closed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898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384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—|/|—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LDN / AN / 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254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740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Bit=0 হলে Current প্রবাহিত হয়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N.O. (Series)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898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384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—| |—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740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AND — আগের Contact এর পরে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N.C. (Series)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898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384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—|/|—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254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740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AND NOT — আগেরটার পরে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N.O. (Parallel)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898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384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—| |—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9254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740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OR — সমান্তরাল সংযোগ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N.C. (Parallel)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6898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2384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—|/|—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562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9254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740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OR NOT — সমান্তরাল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Output Coil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6898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2384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—( )—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3562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=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9254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4740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Bit কে 1 করে (Power থাকলে)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Series Circuit — AND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03  |  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Circuit Structure: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দুটি Contact পাশাপাশি সংযুক্ত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উভয় Contact ON হলেই Output ON হবে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Ladder Diagram: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52928"/>
            <a:ext cx="109728" cy="10972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3405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——| I0.0 |——| I0.1 |——( Q0.0 )——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Truth Table: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67588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53872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I0.0=0, I0.1=0  →  Q0.0 =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041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904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I0.0=1, I0.1=0  →  Q0.0 =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407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70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I0.0=0, I0.1=1  →  Q0.0 =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73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636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I0.0=1, I0.1=1  →  Q0.0 = 1  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017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Real Example: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522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385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Safety Door Switch AND Start Button → Motor 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AND Logic মানে — সব শর্ত পূরণ হলেই Output চালু হবে।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Parallel Circuit — OR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03  |  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Circuit Structure: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দুটি Contact উপরে-নিচে সংযুক্ত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যেকোনো একটি Contact ON হলেই Output ON হবে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Ladder Diagram: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52928"/>
            <a:ext cx="109728" cy="10972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3405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——| I0.0 |——+——( Q0.0 )——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73552"/>
            <a:ext cx="109728" cy="10972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| I0.1 |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94176"/>
            <a:ext cx="109728" cy="10972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753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————————————+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959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Truth Table: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5171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3799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I0.0=0, I0.1=0  →  Q0.0 =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8828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7457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I0.0=1, I0.1=0  →  Q0.0 = 1  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2486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1114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I0.0=0, I0.1=1  →  Q0.0 = 1  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6144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4772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I0.0=1, I0.1=1  →  Q0.0 = 1  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84301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Real Example: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63642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62270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Push Button 1 OR Push Button 2 → Light 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OR Logic মানে — যেকোনো একটি শর্ত পূরণ হলেই Output চালু হবে।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Practical Lab: Start-Stop Motor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03  |  Day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Start Button চাপলে Motor চলবে, Stop চাপলে বন্ধ হবে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1: Start (I0.0) N.O. + Self-Hold (Q0.0) N.O. — Parallel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1: Stop (I0.1) N.C. সিরিজে যোগ করুন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1: Output Coil Q0.0 রাখুন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Compile ও Download করুন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I0.0 = 1 করুন → Q0.0 = 1 (Motor 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I0.0 = 0 করুন → Q0.0 = 1 (Self-Hold কাজ করছে!)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I0.1 = 0 করুন → Q0.0 = 0 (Motor STOP)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03 — Day 4: Contacts &amp; Coils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N.O. Contact — Bit=1 হলে Pass করে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N.C. Contact — Bit=0 হলে Pass করে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Series = AND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Parallel = OR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Self-Hold Circuit = Latching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5:
• Transition Contacts (P, N)
• Set &amp; Reset Coil
• SR ও RS Flip-Flop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03 — Set/Reset, Transition &amp; Flip-Flop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5  |  Beginner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5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03  |  Day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Positive Transition Contact —|P|— (Rising Edge)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Negative Transition Contact —|N|— (Falling Edge)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NOT Instruction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Set Coil —(S)— ও Reset Coil —(R)—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Immediate Instructions (SI, RI, I, NI)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SR ও RS Flip-Flop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NOP Instruction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Transition Contacts — Edge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03  |  Day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470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Symbol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254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26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ব্যবহার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Positive Transition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384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—|P|—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0→1 এর মুহূর্তে (Rising Edge)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740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Button Press এর মুহূর্তে একবার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Negative Transition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898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384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—|N|—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1→0 এর মুহূর্তে (Falling Edge)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254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740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Button Release এর মুহূর্তে একবার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898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384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—|NOT|—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Current Logic State উল্টায়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740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Logic Inversion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Set &amp; Reset Coil — Latching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03  |  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Output Coil —( )— এর সমস্যা: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Rung এ Power না থাকলে Output OFF হয়ে যায়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Self-Hold circuit লাগে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Set Coil —(S)—: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একবার ON হলে Power সরিয়ে নিলেও ON থাকে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STL: S Qx.x, N (N = কতটি Bit Set হবে)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655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Reset Coil —(R)—: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867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8496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ON থাকা Output কে OFF করে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525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153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STL: R Qx.x,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811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Example: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10235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9651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Network 1: Start (I0.0) → S Q0.0,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46811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3309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Network 2: Stop  (I0.1) → R Q0.0,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83387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6967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এটাই Latching বা Sealing Circuit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Set/Reset Coil ব্যবহার করলে আর Self-Hold Circuit লাগে না — code অনেক পরিষ্কার হয়!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SR vs RS Flip-Flop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03  |  Day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0352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SR (Set Dominant)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01368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916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S1 input = Set করে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03704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939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R input = Reset করে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06040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496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S1=1, R=1 হলে → Output = 1 (SET জেতে)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08376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898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Power failure এর পরও অবস্থা মনে রাখে না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10712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009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Safety System এ ব্যবহার উপযোগী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13048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03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যেখানে SET Priority দরকার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188720"/>
            <a:ext cx="530352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207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RS (Reset Dominant)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801368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16916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 input = Set করে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203704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20939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R1 input = Reset করে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606040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2496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S=1, R1=1 হলে → Output = 0 (RESET জেতে)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008376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2898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Emergency Stop system এ ব্যবহার হয়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410712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33009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Safety Critical ক্ষেত্রে উপযোগী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813048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3703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যেখানে RESET Priority দরকার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Immediate Instructions — দ্রুত I/O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03  |  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সাধারণ I/O এর সমস্যা: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Normal Instruction Scan Cycle শেষে Output Update করে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Time-critical application এ এটি সমস্যা হতে পারে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Immediate Instructions: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Scan Cycle wait না করে সাথে সাথে কাজ করে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9981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Immediate Input —|I|—: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6210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4838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Physical Input এর actual অবস্থা সরাসরি পড়ে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4962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Immediate Output —(I)—: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437083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233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সাথে সাথে Physical Output আপডেট করে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994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Set Immediate —(SI)— / Reset Immediate —(RI)—: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512064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9834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Immediate Set ও Reset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49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কখন ব্যবহার করবেন: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8704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7332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High-speed machine, Safety circuit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Immediate Instructions ব্যবহারে Scan Cycle এর বাইরেও I/O control সম্ভব।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03 — Day 5: Advanced Bit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—|P|— Rising Edge: 0→1 এ একবার fire হয়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—|N|— Falling Edge: 1→0 এ একবার fire হয়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Set: একবার ON — সবসময় ON থাকে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Reset: Set করা Output কে OFF করে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SR = Set Dominant, RS = Reset Dominant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6:
• Bit Logic Practical Projects
• Start-Stop + Self-Hold Review
• Forward-Reverse Motor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03 — Bit Logic: Practical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6  |  Lab Day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6 — Practical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03  |  Day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Review: সব Bit Logic Instructions এর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Project 1: Start-Stop Motor (Coil Method)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Project 2: Start-Stop Motor (Set/Reset Method)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Project 3: Forward-Reverse Motor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Troubleshooting Tips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Module 03 Quiz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Module 03 — সমস্ত Bit Logic Instructions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03  |  Day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74904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34440"/>
            <a:ext cx="374904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Symbol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234440"/>
            <a:ext cx="374904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কাজ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6824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Normally Open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6459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16824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—| |—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16459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16824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Bit=1 হলে 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0939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Normally Closed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0574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20939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—|/|—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20574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20939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Bit=0 হলে 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688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25054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Positive Transition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4688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104" y="25054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—|P|—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24688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0144" y="25054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0→1 Rising Edge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803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9169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Negative Transition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8803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1104" y="29169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—|N|—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28803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29169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1→0 Falling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29184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33284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29184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61104" y="33284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—|NOT|—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329184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0144" y="33284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Logic Invert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70332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" y="37398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Output Coil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70332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61104" y="37398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—( )—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80" y="370332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10144" y="37398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Bit লেখে (Power থাকলে 1)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1480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" y="41513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Set Coil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411480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61104" y="41513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—(S)—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80" y="411480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10144" y="41513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Latch 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52628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45628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Reset Coil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452628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61104" y="45628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—(R)—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80" y="452628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10144" y="45628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Latch OFF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93776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064" y="49743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Imm. Input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493776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61104" y="49743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—|I|—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55280" y="493776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10144" y="49743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Scan wait না করে Input পড়ে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34924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2064" y="53858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Imm. Output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534924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61104" y="53858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—(I)—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55280" y="534924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10144" y="53858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Scan wait না করে Output লেখে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7607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2064" y="57972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SR Flip-Flop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06240" y="57607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61104" y="57972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55280" y="57607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10144" y="57972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Set Dominant Latch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61722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" y="62087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RS Flip-Flop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06240" y="61722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61104" y="62087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55280" y="61722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10144" y="62087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Reset Dominant Latch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65836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12064" y="66202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NOP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06240" y="65836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61104" y="66202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955280" y="65836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10144" y="66202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কিছু করে না (Placeholder)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Project: Forward-Reverse Motor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03  |  Day 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Forward ও Reverse Button দিয়ে Motor এর দিক নিয়ন্ত্রণ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I/O Assignment: I0.0=FWD Button, I0.1=REV Button, I0.2=STOP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Q0.0=Forward Contactor, Q0.1=Reverse Contactor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1: FWD (I0.0) + ~REV Running (Q0.1 N.C.) + STOP (I0.2 N.C.) → S Q0.0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2: REV (I0.1) + ~FWD Running (Q0.0 N.C.) + STOP (I0.2 N.C.) → S Q0.1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3: STOP (I0.2) → R Q0.0, 1  এবং  R Q0.1,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Interlock গুরুত্বপূর্ণ: Q0.0 ও Q0.1 একসাথে ON হওয়া উচিত নয়!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Compile, Download, Test করুন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03 — Bit Logic: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১৩টি Bit Logic Instruction সম্পন্ন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Series (AND) ও Parallel (OR) Circuit তৈরি করতে পারি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Self-Hold ও Set/Reset দুই পদ্ধতি জানা হয়েছে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Edge Detection (P, N) ও Immediate I/O জানা হয়েছে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Forward-Reverse Motor Control তৈরি করা হয়েছে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7 (Module 04):
• Timer Instructions শুরু
• TON, TONR, TOF বিস্তারিত
• Automatic ON/OFF Circuit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03  |  Day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