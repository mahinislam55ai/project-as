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0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08 — Integer Math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14  |  Upper-Intermediate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14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Integer Math কেন দরকার? (Real-world applications)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ADD_I / ADD_DI — Addition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SUB_I / SUB_DI — Subtraction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MUL / MUL_I / MUL_DI — Multiplication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DIV / DIV_I / DIV_DI — Division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INC / DEC — Increment ও Decrement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Overflow ও Error Flags (SM1.x)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Integer Math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কেন দরকার?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Analog Signal Scaling (Raw Value → Engineering Unit)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Production Count Calculation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Speed ও Frequency Calculation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85292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7157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Position Calculation with 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815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Integer Types in S7-200: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INT (I): 16-bit Signed = -32768 ~ +32767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DINT (DI): 32-bit Signed = ±2,147,483,647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BYTE (B): 8-bit Unsigned = 0 ~ 255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Important Flags: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SM1.0 = Result is Zero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SM1.1 = Overflow বা Divide by Zero Error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SM1.2 = Negative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61813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60441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SM1.3 = Divide by Zero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Math Instruction এ Overflow হলে SM1.1 = 1 হয়। সবসময় check করুন!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Integer Math Instructions — Complete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Input 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54896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616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ADD_I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6624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+ IN2 →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 + 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5472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4896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16-bit + 16-bit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ADD_DI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6624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+ IN2 → 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912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 + DINT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5472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0336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54896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32-bit + 32-bit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SUB_I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06624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1488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IN1 - IN2 → OUT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 - INT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5472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4896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16-bit result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SUB_DI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06624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61488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IN1 - IN2 → OUT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56048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0912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 - DINT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05472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336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54896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0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32-bit result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MUL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06624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61488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× IN2 → OUT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56048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 × INT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05472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0336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54896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9760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16×16 = 32-bit!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MUL_I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06624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61488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× IN2 → OUT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10912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 × INT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05472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60336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54896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09760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Result truncated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2064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MUL_DI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06624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61488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× IN2 → OUT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56048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10912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 × DINT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05472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60336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54896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09760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32-bit result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64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DIV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06624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61488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÷ IN2 → OUT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56048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10912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 ÷ INT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05472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60336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54896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509760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Quotient+Remainder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2064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DIV_I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06624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61488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÷ IN2 → OUT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956048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10912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 ÷ INT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05472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60336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54896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09760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Integer only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2064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DIV_DI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06624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61488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÷ IN2 → OUT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56048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10912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 ÷ DINT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05472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60336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54896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9760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32-bit divide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57607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12064" y="57972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INC_B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06624" y="57607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761488" y="57972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 + 1 → OUT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956048" y="57607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010912" y="57972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205472" y="57607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60336" y="57972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454896" y="57607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09760" y="57972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Increment by 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57200" y="61722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12064" y="62087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INC_W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06624" y="61722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61488" y="62087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 + 1 → OUT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956048" y="61722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010912" y="62087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205472" y="61722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60336" y="62087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454896" y="61722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509760" y="62087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Increment word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7200" y="65836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12064" y="66202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DEC_B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06624" y="65836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761488" y="66202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 - 1 → OUT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956048" y="65836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010912" y="66202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205472" y="65836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260336" y="66202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454896" y="65836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509760" y="66202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Decrement by 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Analog Scaling — Integer Math এর সেরা ব্যবহার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Problem: AI0 Raw Value → Temperature (°C)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AI0 Range: 0 ~ 32000 = 0°C ~ 100°C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Formula: Temp = (AIW0 × 100) ÷ 32000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Program Steps: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Step 1: MOV_W AIW0, VW10  (Raw value copy)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Step 2: MUL VW10, +100 → VD20  (×100, 32-bit result)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Step 3: DIV_DI VD20, +32000 → VD30  (÷32000)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VD30 = Temperature in 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970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INC / DEC Use Case: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INC_W VW100 — প্রতি Scan এ VW100 একটু বাড়ে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Step Sequence: INC_B MB10 → Step Counter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MB10 এর মান দিয়ে ==B Compare → বিভিন্ন Step চালু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MUL দিয়ে 16×16=32 bit result পাওয়া যায় — Overflow এড়াতে এটা ব্যবহার করুন!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Production Rate 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প্রতি মিনিটে কতটি Product তৈরি হচ্ছে তা Calculate করা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I0.0 = Product Sensor, VW100 = Minute Counter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VW200 = Production Rate (pcs/min)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SM0.5 দিয়ে 1 minute timer তৈরি করুন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I0.0 Rising Edge → INC_W VW100 (Count)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Timer Done → MOV_W VW100, VW200 (Rate save)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4: Timer Done → MOV_W +0, VW100 (Reset count)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5: &gt;I VW200, +100 → Q0.0 (High Rate Alarm)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08 — Day 14: Integer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ADD, SUB, MUL, DIV — চারটি মূল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MUL: 16×16=32 bit (Overflow এড়ায়)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DIV: Quotient + Remainder আলাদা পাওয়া যায়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INC/DEC: এক ধাপে বাড়ানো/কমানো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SM1.1 = Overflow বা Error — সবসময় চেক করুন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15 (Module 09):
• Floating-Point Math শুরু
• ADD_R, MUL_R, SQRT
• Trigonometry Functions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08  |  Day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09 — Floating-Point Math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15  |  Upper-Intermediate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15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09  |  Day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Floating-Point Number কী? (IEEE 754 Format)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ADD_R, SUB_R, MUL_R, DIV_R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SQRT — Square Root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SIN, COS, TAN — Trigonometric Functions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LN — Natural Log ও EXP — Exponential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Real Number Analog Scaling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Hands-on: Engineering Unit Conversion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09  |  Day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Floating-Point Number — IEEE 754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09  |  Day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Real Number কী?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দশমিক সংখ্যা: 3.14, 98.6, -273.15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S7-200 তে REAL = 32-bit IEEE 754 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Range: ±1.175 × 10⁻³⁸ থেকে ±3.402 × 10³⁸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Memory: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REAL সবসময় 32-bit (4 Byte) নেয়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VD0, VD4, VD8 — REAL এর Address (4-byte aligned)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313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কখন Real ব্যবহার করবেন: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Temperature, Pressure, Flow — যেখানে দশমিক দরকার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PID Calculation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Precise Engineering Unit Scaling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126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Integer to Real Conversion: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83387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6967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I_DI দিয়ে প্রথমে DINT করুন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1996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062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তারপর DI_R দিয়ে REAL করুন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Real Arithmetic Integer এর চেয়ে CPU তে বেশি সময় নেয় — যেখানে দরকার শুধু সেখানে ব্যবহার করুন।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09  |  Day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Floating-Point Math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09  |  Day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54896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616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ADD_R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6624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+ IN2 →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5472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4896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23.5 + 1.7 = 25.2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SUB_R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6624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IN1 - IN2 → 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912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5472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0336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54896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100.0 - 32.5 = 67.5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MUL_R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06624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1488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× IN2 → OUT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5472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4896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3.14 × 5.0 = 15.7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DIV_R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06624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61488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IN1 ÷ IN2 → OUT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56048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0912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05472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336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54896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0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100.0 ÷ 3.0 = 33.33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SQRT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06624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61488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√IN → OUT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56048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05472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0336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54896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9760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√144.0 = 12.0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06624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61488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sin(IN) → OUT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10912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 (rad)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05472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60336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54896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09760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sin(1.5708)=1.0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2064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06624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61488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cos(IN) → OUT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56048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10912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 (rad)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05472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60336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54896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09760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cos(0)=1.0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64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TAN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06624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61488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tan(IN) → OUT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56048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10912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 (rad)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05472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60336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54896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509760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tan(0.7854)=1.0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2064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06624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61488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ln(IN) → OUT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956048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10912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05472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60336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54896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09760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ln(2.718)=1.0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2064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EXP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06624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61488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e^IN → OUT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56048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10912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05472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60336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54896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9760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e^1 = 2.718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09  |  Day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09 — Day 15: Floating-Point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REAL = IEEE 754 32-bit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ADD_R, SUB_R, MUL_R, DIV_R — চারটি মূল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SQRT, SIN, COS, TAN — Scientific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LN, EXP — Logarithm ও Exponential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I_DI → DI_R — Integer থেকে Real Convert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16:
• PID Controller Instruction
• PID Loop Table Setup
• Temperature PID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09  |  Day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09 — PID Controller Instruction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16  |  Upper-Intermediate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16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09  |  Day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PID Control কী? (Proportional-Integral-Derivative)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PID Loop Table — 36 Byte Parameter Block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PID Instruction — S7-200 তে ব্যবহার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P, I, D Gain এর প্রভাব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PID Tuning — Manual Method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Analog I/O Scaling for PID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Practical: Temperature PID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09  |  Day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PID Controller — মূল ধারণা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09  |  Day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PID কী?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Proportional + Integral + Derivative 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Setpoint (Target) ও Process Value (Actual) এর পার্থক্য (Error) কমায়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তিনটি Term: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 (Proportional): Error এর সাথে সরাসরি সম্পর্কিত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 (Integral): Accumulated Error সময়ের সাথে সংশোধন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D (Derivative): Error এর Rate of Change এর উপর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313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Real-world Example: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Temperature Controller: Setpoint=80°C, Actual=70°C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Error = +10°C → Heater আরও বেশি চালু হবে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Temperature 80°C তে পৌঁছালে Heater কমবে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Overshoot কমাতে D term সাহায্য করে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784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S7-200 PID: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1996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062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8টি PID Loop সমর্থন করে (Loop 0~7)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PID হল Industrial Automation এর সবচেয়ে ব্যাপকভাবে ব্যবহৃত Control Algorithm!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09  |  Day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PID Loop Table — 36 Byte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09  |  Day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Byte Offset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Parameter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বিবরণ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VD0  (0)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Process Variable (PV)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Current Sensor Value (0.0~1.0)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VD4  (4)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Setpoint (SP)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Target Value (0.0~1.0)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VD8  (8)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Output (MX)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Controller Output (0.0~1.0)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VD12 (12)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Proportional Gain (KC)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 Gain (default: 1.0)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VD16 (16)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Sample Time (TS)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PID Call Interval (seconds)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VD20 (20)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Integral Time (TI)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 Time Constant (min)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VD24 (24)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Derivative Time (TD)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 Time Constant (min)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VD28 (28)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Integral Sum (MX)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Integrator State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VD32 (32)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6898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2384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Previous PV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562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9254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4740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Last PV value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09  |  Day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PID Temperature Control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09  |  Day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Heater এর Power নিয়ন্ত্রণ করে Temperature 80°C তে ধরে রাখা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AIW0 = Temp Sensor (0~32000 = 0°C~100°C)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AQW0 = Heater Power Output (0~32000 = 0~100%)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1: AIW0 কে 0.0~1.0 Range এ Scale করুন (÷32000.0)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2: Setpoint 80°C → 0.8 (VD4 = 0.8)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3: PID Loop Table VD0 এ scale করা PV রাখুন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4: PID 0, VD0 Instruction রাখুন (Timed Interrupt INT0 এ)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5: Output VD8 (0.0~1.0) কে ×32000 করে AQW0 এ দিন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Gain Tuning: KC=2.0, TI=5.0min, TD=0.1min দিয়ে শুরু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09  |  Day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09 — Day 16: PID Controller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PID = P + I + D Term মিলে Error শূন্য করে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36 Byte Loop Table তে সব parameter থাকে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PV ও SP অবশ্যই 0.0~1.0 Range এ হতে হবে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PID Interrupt এ রাখুন — Regular Scan time দরকার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Tuning: P দিয়ে শুরু, তারপর I, তারপর 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17:
• Module 08 &amp; 09 Review
• Combined Math Project
• Quiz Session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09  |  Day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08-09 — Math Instructions: Review &amp;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17  |  Review + Lab Day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17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08-09  |  Day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Module 08 &amp; 09 সমস্ত Instructions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Integer vs Real — কখন কোনটা ব্যবহার করব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Analog Scaling Formula — Complete Guide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Project: Flow Rate Calculator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Common Mistakes ও Best Practices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Quiz Session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08-09  |  Day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Integer Math vs Floating-Point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08-09  |  Day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Integer Math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0136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দ্রুত Execute হয়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03704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দশমিক নেই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Range সীমিত: ±32767 বা ±2B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08376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Counter, Index, Step number এ ব্যবহার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0712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Overflow সম্ভব (SM1.1 চেক করুন)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304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INC/DEC দিয়ে সহজে Step করা যায়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15384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05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Memory কম লাগে (2 বা 4 byte)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188720"/>
            <a:ext cx="5303520" cy="41148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Floating-Point Math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80136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তুলনামূলক ধীর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03704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দশমিক যেকোনো মান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606040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Range বিশাল: ±3.4×10³⁸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008376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Temperature, Pressure, Flow এ ব্যবহার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410712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PID Calculation এ অপরিহার্য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81304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Scientific functions (SIN, SQRT, LN)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215384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105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সবসময় 4 byte লাগে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08-09  |  Day 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Analog Scaling Formulas — Quick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08-09  |  Day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S7-200 Instructions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0-10V → 0-100°C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Temp = AIW × 100 / 32000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MUL, DIV_I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4-20mA → 0-100%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% = (AIW - 6400) × 100 / 25600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SUB_I, MUL, DIV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0-100% → 0-10V 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AQW = % × 32000 /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14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MUL, DIV_I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RPM Calculation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RPM = (Pulse/sec) × 60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MUL_I (with Timer)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Flow (L/min)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110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Flow = K × √(ΔP)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014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SQRT (Real Math)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08-09  |  Day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08 &amp; 09 — Math Instructions: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Integer Math: ADD, SUB, MUL, DIV, INC, DEC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Float Math: ADD_R, SUB_R, MUL_R, DIV_R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Scientific: SQRT, SIN, COS, TAN, LN, EXP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PID: 36-byte Loop Table, 8 Loops সম্ভব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Analog Scaling এ Math Instruction অপরিহার্য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18 (Module 10):
• Convert Instructions শুরু
• BCD, ASCII, HEX Conversion
• 7-Segment Display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08-09  |  Day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